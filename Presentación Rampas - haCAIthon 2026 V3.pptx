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44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650" y="3819525"/>
            <a:ext cx="1790700" cy="333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275" y="4486275"/>
            <a:ext cx="7791450" cy="914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6250"/>
            <a:ext cx="11049000" cy="5905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25816" y="2457450"/>
            <a:ext cx="2940367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0" i="0" u="none">
                <a:solidFill>
                  <a:srgbClr val="FFFFFF"/>
                </a:solidFill>
                <a:latin typeface="Outfit ExtraBold"/>
              </a:rPr>
              <a:t>Rampas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7225" y="3314700"/>
            <a:ext cx="32575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5EEAD4"/>
                </a:solidFill>
                <a:latin typeface="Plus Jakarta Sans SemiBold"/>
              </a:rPr>
              <a:t>más acceso, más libertad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0675" y="3914775"/>
            <a:ext cx="1905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90800" y="4686300"/>
            <a:ext cx="7010400" cy="23812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99F6E4"/>
                </a:solidFill>
                <a:latin typeface="Plus Jakarta Sans"/>
              </a:rPr>
              <a:t>Equipo 1: Skibidi Panas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0800" y="5000625"/>
            <a:ext cx="70104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0FDF4"/>
                </a:solidFill>
                <a:latin typeface="Plus Jakarta Sans"/>
              </a:rPr>
              <a:t>Madximo Farid Sanchez Brito  |  Constanza Andrea Ulloa Ulloa  |  Robert von Loebenstein Sepúlveda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137" y="4724400"/>
            <a:ext cx="238125" cy="1905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81C63B4-C095-4AD4-95C5-4D0ED3EDAA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0675" y="976312"/>
            <a:ext cx="1381125" cy="1381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6250"/>
            <a:ext cx="11049000" cy="5905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0" y="2662237"/>
            <a:ext cx="7620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35480" y="2938462"/>
            <a:ext cx="8321040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Outfit"/>
              </a:rPr>
              <a:t>El Desafío de la Movilidad Urbana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805237"/>
            <a:ext cx="7620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9F6E4"/>
                </a:solidFill>
                <a:latin typeface="Plus Jakarta Sans"/>
              </a:rPr>
              <a:t>Una solución tecnológica e inclusiva diseñada para derribar las barreras físicas e informativas en nuestras ciudades.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90725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1990725"/>
            <a:ext cx="50673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Optimizador de Rutas Accesibles: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Algoritmo de navegación personalizado para personas con movilidad reducida y usuarios en silla de ruedas.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914650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Mapeo de Infraestructura: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Identificación precisa de rampas, elevadores y veredas adaptadas en tiempo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581400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Inclusión Sensorial: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Integración de alertas sobre semáforos sonoros para personas sordas o con discapacidad auditiva.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248150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Autonomía y Seguridad: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Permite planificar desplazamientos urbanos sin sorpresas ni barreras arquitectónicas.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00250"/>
            <a:ext cx="5314950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766E"/>
                </a:solidFill>
                <a:latin typeface="Outfit"/>
              </a:rPr>
              <a:t>Propuesta de Valor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09775"/>
            <a:ext cx="15240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33700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00450"/>
            <a:ext cx="1524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267200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5550"/>
            <a:ext cx="3530649" cy="2609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95550"/>
            <a:ext cx="3530649" cy="2609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95550"/>
            <a:ext cx="3530649" cy="2609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790825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514725"/>
            <a:ext cx="177022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Outfit"/>
              </a:rPr>
              <a:t>Mapa Adaptativo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895725"/>
            <a:ext cx="29400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Navegación inteligente con capas de accesibilidad: zonas con rampas, rebajes de solera y pasos peatonales protegidos.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024" y="2790825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6024" y="3514725"/>
            <a:ext cx="193024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Outfit"/>
              </a:rPr>
              <a:t>Háptica y Sensores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024" y="3895725"/>
            <a:ext cx="29400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Conexión directa con sensores y actuadores hápticos en wearables para alertar obstáculos mediante patrones de vibración.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274" y="2790825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5274" y="3514725"/>
            <a:ext cx="211026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Outfit"/>
              </a:rPr>
              <a:t>Datos Colaborativos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274" y="3895725"/>
            <a:ext cx="29400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Crowdsourcing comunitario donde los usuarios reportan baches, obras u obstáculos para mantener el mapa actualizado.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075" y="2924175"/>
            <a:ext cx="3048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6037" y="2924175"/>
            <a:ext cx="33337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5286" y="2924175"/>
            <a:ext cx="33337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766E"/>
                </a:solidFill>
                <a:latin typeface="Outfit"/>
              </a:rPr>
              <a:t>Pilares Fundamentales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766E"/>
                </a:solidFill>
                <a:latin typeface="Outfit"/>
              </a:rPr>
              <a:t>Tecnología Háptica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219200"/>
            <a:ext cx="555069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D9488"/>
                </a:solidFill>
                <a:latin typeface="Outfit"/>
              </a:rPr>
              <a:t>Respuesta Háptica en Tiempo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647825"/>
            <a:ext cx="52863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334155"/>
                </a:solidFill>
                <a:latin typeface="Plus Jakarta Sans"/>
              </a:rPr>
              <a:t>Incorporamos comunicación táctil a través de actuadores hápticos. El usuario percibe distintas intensidades de vibración según la proximidad de barreras urbanas o irregularidades en la vía.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577107"/>
            <a:ext cx="52863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334155"/>
                </a:solidFill>
                <a:latin typeface="Plus Jakarta Sans"/>
              </a:rPr>
              <a:t>Esta innovación complementa las alertas visuales y sonoras, entregando una experiencia de navegación multisensorial de alto impacto.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05075"/>
            <a:ext cx="5334000" cy="2590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05075"/>
            <a:ext cx="5334000" cy="2590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847975"/>
            <a:ext cx="3429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295650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766E"/>
                </a:solidFill>
                <a:latin typeface="Outfit"/>
              </a:rPr>
              <a:t>Base Red Movilidad (GTFS)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24275"/>
            <a:ext cx="46482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Integración de la base de datos oficial de transporte público (GTFS vigente de DTPM) para sincronizar rutas de micro, Metro y paraderos con estándar de accesibilidad.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847975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29400" y="3295650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766E"/>
                </a:solidFill>
                <a:latin typeface="Outfit"/>
              </a:rPr>
              <a:t>Inspiración Ubícate 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724275"/>
            <a:ext cx="46482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Adaptación de modelos de mapas georreferenciados inspirados en Ubícate UC, precargando datos esenciales para dar el primer ejemplo de navegación continua en la ciudad.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766E"/>
                </a:solidFill>
                <a:latin typeface="Outfit"/>
              </a:rPr>
              <a:t>Arquitectura de Datos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81475"/>
            <a:ext cx="2541240" cy="1457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352675"/>
            <a:ext cx="2541240" cy="1257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181475"/>
            <a:ext cx="2541240" cy="1257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152650"/>
            <a:ext cx="2541240" cy="14573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87667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7992" y="4362450"/>
            <a:ext cx="2288254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766E"/>
                </a:solidFill>
                <a:latin typeface="Outfit"/>
              </a:rPr>
              <a:t>Fase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4657725"/>
            <a:ext cx="217929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Integración nativa con bastones inteligentes y wearables hápticos comercializables.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3912" y="2533650"/>
            <a:ext cx="2288254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766E"/>
                </a:solidFill>
                <a:latin typeface="Outfit"/>
              </a:rPr>
              <a:t>Fase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8394" y="2828925"/>
            <a:ext cx="21792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Predicción de rutas accesibles mediante Inteligencia Artificial según clima y estado de obras.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9832" y="4362450"/>
            <a:ext cx="2288254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766E"/>
                </a:solidFill>
                <a:latin typeface="Outfit"/>
              </a:rPr>
              <a:t>Fase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4314" y="4657725"/>
            <a:ext cx="21792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Gamificación y recompensas para la comunidad que reporte barreras urbanas activamente.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5752" y="2333625"/>
            <a:ext cx="2288254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766E"/>
                </a:solidFill>
                <a:latin typeface="Outfit"/>
              </a:rPr>
              <a:t>Fase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0234" y="2628900"/>
            <a:ext cx="217929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Alianza con municipalidades para el mantenimiento preventivo de infraestructura pública.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766E"/>
                </a:solidFill>
                <a:latin typeface="Outfit"/>
              </a:rPr>
              <a:t>Ideas para el Futuro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7345" y="37909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3265" y="37909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09184" y="37909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45104" y="37909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190750"/>
            <a:ext cx="9525000" cy="2609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543175"/>
            <a:ext cx="1905000" cy="1905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5112" y="5086350"/>
            <a:ext cx="2247900" cy="32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3512" y="5086350"/>
            <a:ext cx="2000250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4262" y="5086350"/>
            <a:ext cx="1952625" cy="323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3100" y="2657475"/>
            <a:ext cx="1676400" cy="167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0" y="2788443"/>
            <a:ext cx="611076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766E"/>
                </a:solidFill>
                <a:latin typeface="Outfit"/>
              </a:rPr>
              <a:t>¡Escanea y prueba la aplicación!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236118"/>
            <a:ext cx="58197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Accede directamente al prototipo publicado y repositorio del proyecto: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607593"/>
            <a:ext cx="58197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D9488"/>
                </a:solidFill>
                <a:latin typeface="Plus Jakarta Sans"/>
              </a:rPr>
              <a:t>caiuc.github.io/equipo-1-haCAIthon-2026/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988593"/>
            <a:ext cx="5819775" cy="214312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Presentación interactiva lista para los jueces.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76562" y="5181600"/>
            <a:ext cx="11430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14962" y="5181600"/>
            <a:ext cx="15240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05712" y="5181600"/>
            <a:ext cx="114300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0" y="4026693"/>
            <a:ext cx="180975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766E"/>
                </a:solidFill>
                <a:latin typeface="Outfit"/>
              </a:rPr>
              <a:t>Demo Interactiva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805112" y="3033712"/>
            <a:ext cx="658177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05112" y="3795712"/>
            <a:ext cx="65817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805112" y="3795712"/>
            <a:ext cx="65817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112" y="3176587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00487" y="3183731"/>
            <a:ext cx="54864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Plus Jakarta Sans"/>
              </a:rPr>
              <a:t>https://pathvu.com/wp-content/uploads/2026/01/ADA-Compliant-3-400x250.png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00487" y="3417093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pathvu.com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5112" y="3948112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00487" y="3955256"/>
            <a:ext cx="54864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Plus Jakarta Sans"/>
              </a:rPr>
              <a:t>https://news.feinberg.northwestern.edu/wp-content/uploads/2025/05/rogers-haptics.jpg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0487" y="418861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news.feinberg.northwestern.edu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766E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447</Words>
  <Application>Microsoft Office PowerPoint</Application>
  <PresentationFormat>Panorámica</PresentationFormat>
  <Paragraphs>46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Arial</vt:lpstr>
      <vt:lpstr>Calibri</vt:lpstr>
      <vt:lpstr>Outfit</vt:lpstr>
      <vt:lpstr>Outfit ExtraBold</vt:lpstr>
      <vt:lpstr>Plus Jakarta Sans</vt:lpstr>
      <vt:lpstr>Plus Jakarta Sans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Estudiante</cp:lastModifiedBy>
  <cp:revision>2</cp:revision>
  <dcterms:created xsi:type="dcterms:W3CDTF">2013-01-27T09:14:16Z</dcterms:created>
  <dcterms:modified xsi:type="dcterms:W3CDTF">2026-08-14T20:32:32Z</dcterms:modified>
  <cp:category/>
</cp:coreProperties>
</file>