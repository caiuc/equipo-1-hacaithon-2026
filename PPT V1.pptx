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2A8A3-7B8A-4870-8FD8-C23B85A3C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128BC-3A7F-48E8-9644-D282115AA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50540D-2516-4E21-A0F3-586C5CE0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672B5C-3421-45AE-8961-35B43A2B7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F6F999-E799-434B-A74A-C469BB9C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575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7DC4F-4FF5-4892-B029-06A1D005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D38EB7-EC04-496A-AED8-8756B88FE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F79E17-9E35-421A-AA94-D23C9C1F2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6830B-6DC7-4C3E-8A84-626DF75AB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8232FF-EF37-4D42-87AA-ECB6D204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6883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95472-7CF5-4486-A60C-CF8AA5D8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F4533E-DAEF-4041-9091-70F167229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CA0AEE-8CD0-462D-981B-992BA5D9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4C3D0F-713D-4164-A57B-305ECA8A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816DA2-2D6E-4CAB-8443-6900F994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540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6190E-9A37-4E09-9D64-B38B095D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1A78A3-C03B-4C85-9DC2-9BEE74E82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E2987E-3083-40C5-B32F-61AB0FDC8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35172-F0ED-46D3-9075-8508AF0DE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B68BA4-8C42-46DA-8091-529B0248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F9DFA4-2E59-4ABE-B8C4-31471EC6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702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CE683-317F-476D-8F48-EE0FD6881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69A63C-5AB7-4C84-B6ED-8697F2DFB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22AF66-64A1-40D9-A184-1BF40B5D4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F537E8-D74B-43ED-98A1-8655C5548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2C0826-F1A0-42B7-8642-ADBAFDC36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D5B1D54-6187-4D0D-B996-B3A2378C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382FF0F-0EFB-4C15-B68A-03C529B49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B6F403A-A464-4EC3-A4D5-A233C007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007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2CB51-DA9B-4F00-8A4B-C2700359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7B1ABA-F83C-4B38-B432-E7853789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AFD06E-A765-42B3-BF18-84E8A81A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4A18A55-2C13-46DC-8B33-7726FD93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149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E6758C-6B29-4818-8F7F-3CCAB6507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4A2FA9A-583B-472E-A471-74B2B0ED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C67D2-AFC7-489E-BF3E-DC629546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234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43F53-BDB1-43CE-A690-E2BCFFD4F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0F303B-EBC0-490F-95CA-CAEAFDBFA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14FA6B-8AB1-4238-ADE4-E7517E8CB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AFBA4E-1628-424B-8DB8-C9CF01ECB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844704-2344-4B29-BE6F-0C93DED6B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6FA554-400B-40DB-A701-B34D131CA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479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B2B08-8296-4B22-86B3-2FAA465BD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D71DEE-3180-4FCC-811E-F1CEF3536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B8801B-D0BF-4757-AA01-6768536F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C9334B-6B33-43F5-8B0E-EE9EDA7F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FFCBC5-C868-49E1-903C-0451E8B4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FCE394-8795-4D69-8D81-79057C4E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4701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C7FA1-F1F2-4891-99BF-061BB8BE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3B4EEC-36C1-49CF-AED7-C031009F5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A007EA-8ED4-4660-A0CB-33C40F3F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E51BD-82BA-4E2D-B501-3690BB7D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E5C37D-A9A3-4046-BA96-587CE4F5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577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165E0E-9DBA-4D4B-9FBF-1788732C7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2AEDE95-AC6A-477A-9544-6173DEFA5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93F9B4-E0B5-47D4-A2A2-10EE63B1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2B5B31-29D2-4BE4-ABA7-23AD69B87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CD0EAB-26D5-4810-B154-8A19D98BB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09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CAD934-5A30-4E8A-9655-73EB82B9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5E09CE-909A-4976-BA16-44E9F1145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0034DC-8166-45BF-BE43-EBC093881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F4873C-4551-47F7-B9E2-AD7C0020E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27E0C5-5D5A-4980-8F62-A3D370609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0724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B86AB-3588-4F08-942E-571B6BC8E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PPT prueba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58C471-DA57-4B07-B766-3DF59B1C19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97438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PPT prueba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prueba</dc:title>
  <dc:creator>Estudiante</dc:creator>
  <cp:lastModifiedBy>Estudiante</cp:lastModifiedBy>
  <cp:revision>1</cp:revision>
  <dcterms:created xsi:type="dcterms:W3CDTF">2026-08-14T22:30:05Z</dcterms:created>
  <dcterms:modified xsi:type="dcterms:W3CDTF">2026-08-14T22:30:21Z</dcterms:modified>
</cp:coreProperties>
</file>