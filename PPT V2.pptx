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8" r:id="rId5"/>
    <p:sldId id="259" r:id="rId6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22A8A3-7B8A-4870-8FD8-C23B85A3C2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7B128BC-3A7F-48E8-9644-D282115AAC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150540D-2516-4E21-A0F3-586C5CE05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2299C-1C1A-43CA-9822-E776D18CC195}" type="datetimeFigureOut">
              <a:rPr lang="es-CL" smtClean="0"/>
              <a:t>14-08-2026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C672B5C-3421-45AE-8961-35B43A2B7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2F6F999-E799-434B-A74A-C469BB9C6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E8B38-BACB-472E-8DEB-E93850B37BD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15757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57DC4F-4FF5-4892-B029-06A1D0058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0D38EB7-EC04-496A-AED8-8756B88FE1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9F79E17-9E35-421A-AA94-D23C9C1F2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2299C-1C1A-43CA-9822-E776D18CC195}" type="datetimeFigureOut">
              <a:rPr lang="es-CL" smtClean="0"/>
              <a:t>14-08-2026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A66830B-6DC7-4C3E-8A84-626DF75AB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78232FF-EF37-4D42-87AA-ECB6D204B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E8B38-BACB-472E-8DEB-E93850B37BD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868839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295472-7CF5-4486-A60C-CF8AA5D8F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CF4533E-DAEF-4041-9091-70F1672295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3CA0AEE-8CD0-462D-981B-992BA5D92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2299C-1C1A-43CA-9822-E776D18CC195}" type="datetimeFigureOut">
              <a:rPr lang="es-CL" smtClean="0"/>
              <a:t>14-08-2026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D4C3D0F-713D-4164-A57B-305ECA8A7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C816DA2-2D6E-4CAB-8443-6900F9945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E8B38-BACB-472E-8DEB-E93850B37BD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05409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66190E-9A37-4E09-9D64-B38B095D2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F1A78A3-C03B-4C85-9DC2-9BEE74E828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BE2987E-3083-40C5-B32F-61AB0FDC83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6F35172-F0ED-46D3-9075-8508AF0DE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2299C-1C1A-43CA-9822-E776D18CC195}" type="datetimeFigureOut">
              <a:rPr lang="es-CL" smtClean="0"/>
              <a:t>14-08-2026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9B68BA4-8C42-46DA-8091-529B02487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CF9DFA4-2E59-4ABE-B8C4-31471EC6C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E8B38-BACB-472E-8DEB-E93850B37BD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17025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1CE683-317F-476D-8F48-EE0FD6881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069A63C-5AB7-4C84-B6ED-8697F2DFB4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922AF66-64A1-40D9-A184-1BF40B5D43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3F537E8-D74B-43ED-98A1-8655C55483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12C0826-F1A0-42B7-8642-ADBAFDC365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D5B1D54-6187-4D0D-B996-B3A2378C4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2299C-1C1A-43CA-9822-E776D18CC195}" type="datetimeFigureOut">
              <a:rPr lang="es-CL" smtClean="0"/>
              <a:t>14-08-2026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8382FF0F-0EFB-4C15-B68A-03C529B49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B6F403A-A464-4EC3-A4D5-A233C0072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E8B38-BACB-472E-8DEB-E93850B37BD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300724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32CB51-DA9B-4F00-8A4B-C27003594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C7B1ABA-F83C-4B38-B432-E78537896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2299C-1C1A-43CA-9822-E776D18CC195}" type="datetimeFigureOut">
              <a:rPr lang="es-CL" smtClean="0"/>
              <a:t>14-08-2026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5AFD06E-A765-42B3-BF18-84E8A81AA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4A18A55-2C13-46DC-8B33-7726FD93D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E8B38-BACB-472E-8DEB-E93850B37BD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01494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EE6758C-6B29-4818-8F7F-3CCAB6507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2299C-1C1A-43CA-9822-E776D18CC195}" type="datetimeFigureOut">
              <a:rPr lang="es-CL" smtClean="0"/>
              <a:t>14-08-2026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4A2FA9A-583B-472E-A471-74B2B0EDA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D6C67D2-AFC7-489E-BF3E-DC6295463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E8B38-BACB-472E-8DEB-E93850B37BD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82347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443F53-BDB1-43CE-A690-E2BCFFD4F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C0F303B-EBC0-490F-95CA-CAEAFDBFA2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D14FA6B-8AB1-4238-ADE4-E7517E8CBB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2AFBA4E-1628-424B-8DB8-C9CF01ECB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2299C-1C1A-43CA-9822-E776D18CC195}" type="datetimeFigureOut">
              <a:rPr lang="es-CL" smtClean="0"/>
              <a:t>14-08-2026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C844704-2344-4B29-BE6F-0C93DED6B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F6FA554-400B-40DB-A701-B34D131CA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E8B38-BACB-472E-8DEB-E93850B37BD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34797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DB2B08-8296-4B22-86B3-2FAA465BD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3D71DEE-3180-4FCC-811E-F1CEF35362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0B8801B-D0BF-4757-AA01-6768536F87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0C9334B-6B33-43F5-8B0E-EE9EDA7F4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2299C-1C1A-43CA-9822-E776D18CC195}" type="datetimeFigureOut">
              <a:rPr lang="es-CL" smtClean="0"/>
              <a:t>14-08-2026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BFFCBC5-C868-49E1-903C-0451E8B48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2FCE394-8795-4D69-8D81-79057C4E2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E8B38-BACB-472E-8DEB-E93850B37BD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34701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FC7FA1-F1F2-4891-99BF-061BB8BE8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83B4EEC-36C1-49CF-AED7-C031009F5D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4A007EA-8ED4-4660-A0CB-33C40F3F5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2299C-1C1A-43CA-9822-E776D18CC195}" type="datetimeFigureOut">
              <a:rPr lang="es-CL" smtClean="0"/>
              <a:t>14-08-2026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6CE51BD-82BA-4E2D-B501-3690BB7D7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9E5C37D-A9A3-4046-BA96-587CE4F54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E8B38-BACB-472E-8DEB-E93850B37BD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95777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1165E0E-9DBA-4D4B-9FBF-1788732C75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2AEDE95-AC6A-477A-9544-6173DEFA5F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93F9B4-E0B5-47D4-A2A2-10EE63B1F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2299C-1C1A-43CA-9822-E776D18CC195}" type="datetimeFigureOut">
              <a:rPr lang="es-CL" smtClean="0"/>
              <a:t>14-08-2026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E2B5B31-29D2-4BE4-ABA7-23AD69B87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BCD0EAB-26D5-4810-B154-8A19D98BB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E8B38-BACB-472E-8DEB-E93850B37BD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9090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5CAD934-5A30-4E8A-9655-73EB82B95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65E09CE-909A-4976-BA16-44E9F11456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80034DC-8166-45BF-BE43-EBC0938810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62299C-1C1A-43CA-9822-E776D18CC195}" type="datetimeFigureOut">
              <a:rPr lang="es-CL" smtClean="0"/>
              <a:t>14-08-2026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CF4873C-4551-47F7-B9E2-AD7C0020E4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627E0C5-5D5A-4980-8F62-A3D3706097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5E8B38-BACB-472E-8DEB-E93850B37BD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07248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caiuc.github.io/equipo-1-haCAIthon-2026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ubicate.uc.cl/" TargetMode="External"/><Relationship Id="rId2" Type="http://schemas.openxmlformats.org/officeDocument/2006/relationships/hyperlink" Target="https://dtpm.cl/index.php/gtfs-vigente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B9E01C6-3854-4A9A-AC18-BA3958F08F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7957" y="0"/>
            <a:ext cx="2896085" cy="289608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8A2B86AB-3588-4F08-942E-571B6BC8E2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Rampas</a:t>
            </a:r>
            <a:endParaRPr lang="es-CL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058C471-DA57-4B07-B766-3DF59B1C192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s-ES" dirty="0"/>
              <a:t>Equipo 1: </a:t>
            </a:r>
            <a:r>
              <a:rPr lang="es-ES" dirty="0" err="1"/>
              <a:t>Skibidi</a:t>
            </a:r>
            <a:r>
              <a:rPr lang="es-ES" dirty="0"/>
              <a:t> Panas</a:t>
            </a:r>
          </a:p>
          <a:p>
            <a:r>
              <a:rPr lang="es-ES" dirty="0"/>
              <a:t>Integrantes:</a:t>
            </a:r>
          </a:p>
          <a:p>
            <a:r>
              <a:rPr lang="es-ES" dirty="0" err="1"/>
              <a:t>Madximo</a:t>
            </a:r>
            <a:r>
              <a:rPr lang="es-ES" dirty="0"/>
              <a:t> Farid </a:t>
            </a:r>
            <a:r>
              <a:rPr lang="es-ES" dirty="0" err="1"/>
              <a:t>Sanchez</a:t>
            </a:r>
            <a:r>
              <a:rPr lang="es-ES" dirty="0"/>
              <a:t> Brito</a:t>
            </a:r>
          </a:p>
          <a:p>
            <a:r>
              <a:rPr lang="es-ES" dirty="0"/>
              <a:t>Constanza Andrea Ulloa </a:t>
            </a:r>
            <a:r>
              <a:rPr lang="es-ES" dirty="0" err="1"/>
              <a:t>Ulloa</a:t>
            </a:r>
            <a:endParaRPr lang="es-ES" dirty="0"/>
          </a:p>
          <a:p>
            <a:r>
              <a:rPr lang="es-ES" dirty="0"/>
              <a:t>Robert </a:t>
            </a:r>
            <a:r>
              <a:rPr lang="es-ES" dirty="0" err="1"/>
              <a:t>von</a:t>
            </a:r>
            <a:r>
              <a:rPr lang="es-ES" dirty="0"/>
              <a:t> </a:t>
            </a:r>
            <a:r>
              <a:rPr lang="es-ES" dirty="0" err="1"/>
              <a:t>Loebenstein</a:t>
            </a:r>
            <a:r>
              <a:rPr lang="es-ES" dirty="0"/>
              <a:t> Sepúlveda</a:t>
            </a:r>
          </a:p>
        </p:txBody>
      </p:sp>
    </p:spTree>
    <p:extLst>
      <p:ext uri="{BB962C8B-B14F-4D97-AF65-F5344CB8AC3E}">
        <p14:creationId xmlns:p14="http://schemas.microsoft.com/office/powerpoint/2010/main" val="3279743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AD6C10-AF54-4F8A-BD0D-49A719706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Idea principal: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672F2BF-2BC8-412B-96E5-31F1F70400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ES" dirty="0"/>
              <a:t>App para personas con movilidad reducida que optimice rutas accesibles, debe incorporar un mapa que indique zonas con rampas para silla con ruedas, semáforos sonoros para gente sorda. </a:t>
            </a:r>
          </a:p>
          <a:p>
            <a:r>
              <a:rPr lang="es-ES" dirty="0"/>
              <a:t>También podría tener conexión con sensores y actuadores </a:t>
            </a:r>
            <a:r>
              <a:rPr lang="es-ES" dirty="0" err="1"/>
              <a:t>hapticos</a:t>
            </a:r>
            <a:r>
              <a:rPr lang="es-ES" dirty="0"/>
              <a:t> para sentir vibraciones con obstáculos.</a:t>
            </a:r>
          </a:p>
          <a:p>
            <a:r>
              <a:rPr lang="es-ES"/>
              <a:t>Para </a:t>
            </a:r>
            <a:r>
              <a:rPr lang="es-ES" dirty="0"/>
              <a:t>el tema de los datos podríamos agregar la </a:t>
            </a:r>
            <a:r>
              <a:rPr lang="es-ES" dirty="0" err="1"/>
              <a:t>opcion</a:t>
            </a:r>
            <a:r>
              <a:rPr lang="es-ES" dirty="0"/>
              <a:t> para que la comunidad los ponga y poner algunos para dar el ejemplo</a:t>
            </a:r>
          </a:p>
          <a:p>
            <a:r>
              <a:rPr lang="es-ES" dirty="0"/>
              <a:t>Tenemos una base de datos de red movilidad en drive.</a:t>
            </a:r>
          </a:p>
          <a:p>
            <a:r>
              <a:rPr lang="es-ES" dirty="0"/>
              <a:t>Debemos hacer que la presentación sea interactiva para los jueces. Hacer un buen </a:t>
            </a:r>
            <a:r>
              <a:rPr lang="es-ES" dirty="0" err="1"/>
              <a:t>speech</a:t>
            </a:r>
            <a:r>
              <a:rPr lang="es-ES" dirty="0"/>
              <a:t> y presentación.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3415607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672062-A137-48FC-B08C-120628736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Ideas para fututo (no implementadas)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10250A2-F1AE-4363-B148-F8F125BA07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330100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352F2C-8FC0-4122-A117-DFBB3035A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Url</a:t>
            </a:r>
            <a:r>
              <a:rPr lang="es-ES" dirty="0"/>
              <a:t> y QR: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F7E7B7B-1C9A-4D0C-8597-51783F13DF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dirty="0">
                <a:hlinkClick r:id="rId2"/>
              </a:rPr>
              <a:t>https://caiuc.github.io/equipo-1-haCAIthon-2026/</a:t>
            </a:r>
            <a:endParaRPr lang="es-CL" dirty="0"/>
          </a:p>
          <a:p>
            <a:endParaRPr lang="es-CL" dirty="0"/>
          </a:p>
          <a:p>
            <a:endParaRPr lang="es-CL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BEEE7EC-C4A4-41EA-93A4-03DA7F786A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827" y="2330910"/>
            <a:ext cx="3332346" cy="3332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3699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BDA874-2CE9-4930-A60D-7B53E6435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Fuentes: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FA668C2-9A3F-456F-B409-A3CE32E6DD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endParaRPr lang="es-ES" dirty="0"/>
          </a:p>
          <a:p>
            <a:r>
              <a:rPr lang="es-ES" dirty="0"/>
              <a:t>Base de datos de red:</a:t>
            </a:r>
          </a:p>
          <a:p>
            <a:pPr marL="0" indent="0">
              <a:buNone/>
            </a:pPr>
            <a:r>
              <a:rPr lang="es-CL" dirty="0">
                <a:hlinkClick r:id="rId2"/>
              </a:rPr>
              <a:t>https://dtpm.cl/index.php/gtfs-vigente</a:t>
            </a:r>
            <a:endParaRPr lang="es-CL" dirty="0"/>
          </a:p>
          <a:p>
            <a:pPr marL="0" indent="0">
              <a:buNone/>
            </a:pPr>
            <a:endParaRPr lang="es-CL" dirty="0">
              <a:hlinkClick r:id="rId3"/>
            </a:endParaRPr>
          </a:p>
          <a:p>
            <a:r>
              <a:rPr lang="es-ES" dirty="0"/>
              <a:t>Inspiración fuente mapa:</a:t>
            </a:r>
          </a:p>
          <a:p>
            <a:pPr marL="0" indent="0">
              <a:buNone/>
            </a:pPr>
            <a:r>
              <a:rPr lang="es-ES" dirty="0">
                <a:hlinkClick r:id="rId3"/>
              </a:rPr>
              <a:t>https://ubicate.uc.cl</a:t>
            </a:r>
            <a:endParaRPr lang="es-ES" dirty="0"/>
          </a:p>
          <a:p>
            <a:pPr marL="0" indent="0">
              <a:buNone/>
            </a:pPr>
            <a:endParaRPr lang="es-ES" dirty="0"/>
          </a:p>
          <a:p>
            <a:r>
              <a:rPr lang="es-ES" dirty="0"/>
              <a:t>Generador QR:</a:t>
            </a:r>
          </a:p>
          <a:p>
            <a:pPr marL="0" indent="0">
              <a:buNone/>
            </a:pPr>
            <a:r>
              <a:rPr lang="es-ES" dirty="0"/>
              <a:t>https://app.short.io/</a:t>
            </a:r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64792800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183</Words>
  <Application>Microsoft Office PowerPoint</Application>
  <PresentationFormat>Panorámica</PresentationFormat>
  <Paragraphs>25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Tema de Office</vt:lpstr>
      <vt:lpstr>Rampas</vt:lpstr>
      <vt:lpstr>Idea principal:</vt:lpstr>
      <vt:lpstr>Ideas para fututo (no implementadas)</vt:lpstr>
      <vt:lpstr>Url y QR:</vt:lpstr>
      <vt:lpstr>Fuentes: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 prueba</dc:title>
  <dc:creator>Estudiante</dc:creator>
  <cp:lastModifiedBy>Estudiante</cp:lastModifiedBy>
  <cp:revision>11</cp:revision>
  <dcterms:created xsi:type="dcterms:W3CDTF">2026-08-14T22:30:05Z</dcterms:created>
  <dcterms:modified xsi:type="dcterms:W3CDTF">2026-08-14T23:01:07Z</dcterms:modified>
</cp:coreProperties>
</file>